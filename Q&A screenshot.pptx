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6" r:id="rId7"/>
    <p:sldId id="287" r:id="rId8"/>
    <p:sldId id="288" r:id="rId9"/>
    <p:sldId id="289" r:id="rId10"/>
    <p:sldId id="29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6" r:id="rId25"/>
    <p:sldId id="277" r:id="rId26"/>
    <p:sldId id="278" r:id="rId27"/>
    <p:sldId id="279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CC99-5095-0002-0143-93A1B94C5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F8B1-11C1-B9F7-9650-99D2B4838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60671-1C2F-F065-89CB-350415CE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2E180-7B22-2295-B012-F5257EF0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A8DE7-A83D-4247-601F-F2357AEF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18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4322-D69A-56DC-F304-1082ECA7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DDD0F-5B41-E231-0AE8-D2ADDEF75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E9D07-7449-B439-23E3-033E94FB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CFCAF-BC79-0454-CADD-8E404B88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6C51-E817-B14B-C027-9A998DAD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53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E437-81FF-0093-7831-AB57D032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5664C-5CD5-AD3C-2B17-4B6DFB3A3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F917C-4A6C-FECE-36B4-D06365B4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C7CF6-9C1B-E1E2-576A-1C3993D6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18CD6-A78D-E71B-69FE-75134187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3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1D2E-3790-D664-5264-DBAF0039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F7373-85F4-5DA5-342E-EEB9DE66C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D6287-4B15-43E6-6574-93C3739A9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0574F-3E0D-91EA-3DD3-957728EA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4D876-A257-3908-4F90-097613C7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6A61E-FFDF-5F17-3E77-85CEC04A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71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C8D6B-447D-242B-6872-54A0F3290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B0718-4644-D7AC-40B2-44A870DE4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A4356-EBBC-51A2-F225-F16EC12A9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83DEF-6851-C9BA-5949-2A7389B71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AD4AF-DC5A-5C29-4637-26FA13407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2B6A0-A57B-7C73-0F1D-F4F0EAA6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94F4F-D9D2-6E3B-E9E4-3F4A9D94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E66B3-3A9C-9EE5-0494-4A88C11FF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19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D7CD-841F-3C3C-52DE-1914F190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74FB8-392A-AFA8-AB97-2D5C79A4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D722A-5C44-AA2C-2B8D-DDC713DF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D2746-E3CA-3182-EC3D-BBD90A3A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0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F8004-50C1-9A29-7D35-12F78C2F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A6C2A-E618-8F6F-CBAA-1B493503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8D1BC-D1F9-9161-AF38-EF3A4B1F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7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2E73-2B14-2322-80CD-B0376C70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FD03-113C-FF99-6E2B-157379F54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E1A52-1BF3-9602-4130-5BF6D28A2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7DA29-3794-A01E-ACCC-113DA100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CE215-0E1F-89F0-90BB-AF44AD8A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7E06-A89A-AAB0-B459-4FE22C07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6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2553-B834-70B7-375B-FD7976B19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B35BB-2E28-8881-BB99-835770A60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3686D-1DCF-D790-991B-A68EAA4C8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E4091-71A8-58E8-E33A-C4B994DB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6FEF0-84EB-33C7-6302-156604D6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CBDDE-642A-5618-60CE-D6020982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44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B792-EB32-BFCA-9461-DAB278D5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C217A-9DD4-3BFF-7272-FD1F6D821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F544-1DDF-26D4-F220-EA54484B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BA90-DF08-7C0E-AE8B-125D590A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09FC-A58F-39D8-48D3-8AF284E6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07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09A2C-FF46-1BE1-A5D4-9A52701A4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F3E37-D612-D89E-41BC-E34B8BC0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43B35-B027-231F-09CF-B838E890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D0FB8-F907-5796-1A58-3AA30690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97D35-F2C2-1733-8716-C4C09A96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17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FDB73-F105-5D90-D4A1-57EEBC0E7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263BD-E927-1CF9-D20B-DF86BF985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3AAFD-F5A1-410C-799F-8C3F5774C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5E7DB-FD3B-4E0D-ADB3-64EA53CEDFB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9AB6B-C0D7-95DE-7FF6-8DBB5756E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AE9AF-59AA-55B5-856A-BD42E7F27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D68FF-DB8D-4172-890E-7DF9B3F14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13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698C75-7FC4-9B57-69AF-2822FA84F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63" y="296002"/>
            <a:ext cx="9986213" cy="649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6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33055A-511F-3BFC-C8D6-941FB8BC2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15919" cy="66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2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E8D3A8-86B2-6F58-5B24-5DE3B305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06310" cy="681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94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77B67-9072-2A7D-1006-1E303CD9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4" y="0"/>
            <a:ext cx="8572546" cy="643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2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32C546-41F1-0EBA-46A8-4EDFAD46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83766" cy="670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5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A4D5A4-55A7-F35F-B470-471B5757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21296" cy="522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0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731FA8-A584-D458-0BCE-31FFD889C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1036921" cy="527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4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F6AE6B-CD91-39C2-BF9B-220D2C389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19380" cy="57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8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118E50-65C1-9D62-4EAC-D9EA6A9B0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3139935" cy="5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94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8A7951-4387-CD1D-886C-B5856C6F3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31856" cy="539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2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9D8381-3949-AA3B-F112-D77E91740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8139" cy="550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96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86CB86-0C36-CA87-0AB7-35219BF6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09798" cy="572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44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6E7E3-124F-D156-2239-9C89B5931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39076" cy="546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9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D8D3A6-624D-087F-13E6-B07790716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40237" cy="61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91CD35-5797-2250-CFF4-DFAA9246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07029" cy="688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83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F18E6E-B510-9F8F-196E-133B57BD7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575515" cy="666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6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D73D50-F6B9-8A86-4100-B7FE78D3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57708" cy="680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47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6628F9-5D25-3B8C-D3EB-51288E54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00854" cy="670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15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834E3D-90B7-EECA-A879-83D250F68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096090" cy="692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31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D9A476-CF5E-9DFE-6B57-698AF9299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715" y="0"/>
            <a:ext cx="10258776" cy="702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67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6240F0-C266-1756-86DA-67211284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013897" cy="669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22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D67192-E583-8551-9B38-7A52A980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483"/>
            <a:ext cx="10633753" cy="700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5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A58F8F-4DE8-DE71-9A8E-C69F5574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955658" cy="690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0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2E3BF2-7416-F9FC-FE12-9C46B3034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35137" cy="478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48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4271C9-65A5-622F-97F1-5900E33D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59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33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39FBAC-755D-577C-3625-4697086F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57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69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43C0C1-5D3E-80B6-1930-AE722617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" y="-1"/>
            <a:ext cx="8104197" cy="683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30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8C4F13-2F5F-7CDF-ECC6-D5C79AF41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36467" cy="680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536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BF6079-06C0-B869-C498-7A2C6972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82893" cy="64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89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B809CA-1CC2-C5F2-4446-DFD2D9A65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967312" cy="669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shamreen beary</dc:creator>
  <cp:lastModifiedBy>shamreen beary</cp:lastModifiedBy>
  <cp:revision>1</cp:revision>
  <dcterms:created xsi:type="dcterms:W3CDTF">2026-06-21T14:04:14Z</dcterms:created>
  <dcterms:modified xsi:type="dcterms:W3CDTF">2026-06-21T14:08:53Z</dcterms:modified>
</cp:coreProperties>
</file>